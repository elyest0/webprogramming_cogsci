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14"/>
    <p:restoredTop sz="94754"/>
  </p:normalViewPr>
  <p:slideViewPr>
    <p:cSldViewPr snapToGrid="0">
      <p:cViewPr>
        <p:scale>
          <a:sx n="67" d="100"/>
          <a:sy n="67" d="100"/>
        </p:scale>
        <p:origin x="-5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DF3B-E378-0E95-0C27-1CC1B469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A6B1D-A67C-BC6B-7707-996ADCF8C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2030D-ACD9-A30C-8B64-B8AFF1AE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BC516-44F5-4A4A-DCFF-5DC39632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1053A-ABA5-EA46-374A-823ED7BA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4392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B7C7-67A0-34FE-2E56-5F33FA0B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AA1D6-B2B0-BF44-3990-7B408B20C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F6781-4915-BAC1-FCFF-00EA8467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223DF-BCB5-7446-FE9A-142862CB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6A0C6-0368-4F63-B131-4EC02CEF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8271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E96A-CD6F-837A-2464-35C1930B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EF355-0098-88AB-23F7-B7C1C5EBA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7AE38-C293-E4F2-218F-8D94E9D5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42369-C945-889B-0BB4-9345377A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BE69C-EA1B-5225-5290-BABA3044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3349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8519-59C0-188C-5CB2-EA848296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5B2FA-F9AE-83F0-3F31-AEE8174EB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661B5-EE27-3EC1-34EA-33DCD9CF4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FD9DA-EC6D-5346-DFC1-07799D921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3A19F-9409-449A-F110-AFCE35AC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21C8C-CE49-CC86-8191-A42209AD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5760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69F6-1B11-EBD0-60F5-2460C63B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090AB-EE0C-2234-3E49-556A94877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18A1C-FF91-E9FB-230E-9A53736D6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D8A4E-E0E4-E2A8-5F03-ACB33A0CA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B16E9-EFDE-3253-F406-E676070A0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9FC1C-57DD-199E-1FE8-E85EA969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C1501-E4E2-A23B-7874-8D71D4BC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89530-2C89-87D7-D046-C0DB0B47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50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F597-FE99-D324-7F5D-1DC76A79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996F5-1F38-1422-4439-CB271D54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D21B5-4F38-8800-6D11-989A4EB8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1E211-B24D-8EBB-9CBB-03A5D1EE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0873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66905-E3F8-E001-EF8A-1C0E45B0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52A4F-CF5E-E031-C56D-16090318A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327D6-DAD4-4CE5-DC10-BE19E0FB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9279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1FAE-3B0A-D3DE-DDAF-9C50631B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3ADB5-9CCE-41FF-C416-E259345C9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8023A-C901-EB11-A17C-2DA1642EF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86E50-7559-76C9-2893-F64CE1D4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5F4FC-2128-E91E-CE69-9F8C5C0A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12BE1-0CD2-100C-544C-4CCCA568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65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4264-807E-744C-E9D5-CDD6C92D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BCED7-D453-9FE7-1BCE-76BAA510C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3B583-538E-88AC-2241-83DD77D02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6F53D-7222-5662-E75F-4C829B36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5E361-8C32-3EEF-1852-3AF14C13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94110-3BCB-6896-CCC2-DDEFC41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626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759A-7A56-D7A2-0D4C-D1E43ACA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A5EC9-0D79-7203-0857-129BFDFF2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36C60-659A-40A5-8944-ED15AD7E6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05C4-F41A-A480-9BBC-FC62D5627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F505D-9023-82C3-14E3-15D50BCB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7321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D82BE-39DF-8725-B1B4-C4919558FD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3FE48-A26A-DF54-36AB-D90837051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10CC4-0E7A-E496-BFC3-3FD71B2C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48F50-359E-AFC4-8F49-368A970D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B117C-15B7-C645-BD20-E13359D3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794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C22236-FDD4-C17B-7909-59A36F300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36A5B-B826-3E71-0F71-32A8B556E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D2DBE-0054-A65C-47D6-A17E2BC1F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A8385-2F64-994D-A60E-BB88E485707C}" type="datetimeFigureOut">
              <a:rPr lang="en-FR" smtClean="0"/>
              <a:t>21/05/2025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B7102-8D78-E21B-BADA-38F954B27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4FC92-25C8-F7B7-33D0-9312FC539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FE7B9-48FA-BF4B-B10B-20C34FEABFE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6307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html website&#10;&#10;AI-generated content may be incorrect.">
            <a:extLst>
              <a:ext uri="{FF2B5EF4-FFF2-40B4-BE49-F238E27FC236}">
                <a16:creationId xmlns:a16="http://schemas.microsoft.com/office/drawing/2014/main" id="{56167786-ABD1-DAF3-DB1A-C4455E78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5" y="392466"/>
            <a:ext cx="1558254" cy="15582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AEFD2E-E5CD-DDA4-47E1-688CEC334AE4}"/>
              </a:ext>
            </a:extLst>
          </p:cNvPr>
          <p:cNvSpPr/>
          <p:nvPr/>
        </p:nvSpPr>
        <p:spPr>
          <a:xfrm>
            <a:off x="1507359" y="249022"/>
            <a:ext cx="10575596" cy="7244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HyperText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 Markup Language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– The structure of a webpage (headings, paragraphs, buttons, etc.).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52365-04A1-2D98-77C5-05205C47D74B}"/>
              </a:ext>
            </a:extLst>
          </p:cNvPr>
          <p:cNvSpPr/>
          <p:nvPr/>
        </p:nvSpPr>
        <p:spPr>
          <a:xfrm>
            <a:off x="1507359" y="788901"/>
            <a:ext cx="10575596" cy="1552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HTML page has a nested structure, with tags inside tags.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Main part of HTML page : Head / Body.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</a:rPr>
              <a:t>Head contains parameters for the browser. Importantly : it contains the link to the CSS file.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Body contains the elements to be displayed and the </a:t>
            </a:r>
            <a:r>
              <a:rPr lang="en-GB" dirty="0">
                <a:solidFill>
                  <a:srgbClr val="000000"/>
                </a:solidFill>
              </a:rPr>
              <a:t>link to the Javascript files.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6DAD88-783B-8AF4-435B-11A287434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094164"/>
            <a:ext cx="1764842" cy="17648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A702049-4B97-691D-6C72-6F49F74552B4}"/>
              </a:ext>
            </a:extLst>
          </p:cNvPr>
          <p:cNvSpPr/>
          <p:nvPr/>
        </p:nvSpPr>
        <p:spPr>
          <a:xfrm>
            <a:off x="1616404" y="2252134"/>
            <a:ext cx="10575596" cy="7244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Cascading Style Sheets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The design and appearance (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colors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fonts, layouts).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E50779-C6CE-8D1B-F6F2-955D92E997D5}"/>
              </a:ext>
            </a:extLst>
          </p:cNvPr>
          <p:cNvSpPr/>
          <p:nvPr/>
        </p:nvSpPr>
        <p:spPr>
          <a:xfrm>
            <a:off x="1507359" y="2886839"/>
            <a:ext cx="10575596" cy="1552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Specif</a:t>
            </a:r>
            <a:r>
              <a:rPr lang="en-GB" dirty="0">
                <a:solidFill>
                  <a:srgbClr val="000000"/>
                </a:solidFill>
              </a:rPr>
              <a:t>y the look of HTML elements, using : </a:t>
            </a:r>
            <a:r>
              <a:rPr lang="en-GB" dirty="0">
                <a:solidFill>
                  <a:srgbClr val="FF0000"/>
                </a:solidFill>
              </a:rPr>
              <a:t>tags</a:t>
            </a:r>
            <a:r>
              <a:rPr lang="en-GB" dirty="0">
                <a:solidFill>
                  <a:srgbClr val="000000"/>
                </a:solidFill>
              </a:rPr>
              <a:t>, </a:t>
            </a:r>
            <a:r>
              <a:rPr lang="en-GB" dirty="0">
                <a:solidFill>
                  <a:srgbClr val="00B050"/>
                </a:solidFill>
              </a:rPr>
              <a:t>class</a:t>
            </a:r>
            <a:r>
              <a:rPr lang="en-GB" dirty="0">
                <a:solidFill>
                  <a:srgbClr val="000000"/>
                </a:solidFill>
              </a:rPr>
              <a:t> and </a:t>
            </a:r>
            <a:r>
              <a:rPr lang="en-GB" dirty="0">
                <a:solidFill>
                  <a:srgbClr val="FFC000"/>
                </a:solidFill>
              </a:rPr>
              <a:t>id</a:t>
            </a:r>
            <a:r>
              <a:rPr lang="en-GB" dirty="0">
                <a:solidFill>
                  <a:srgbClr val="000000"/>
                </a:solidFill>
              </a:rPr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Use your notes, MDN website or ChatGPT to find the right property names and values. 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375AD9-6CDA-9C2F-34B1-294DB6DFF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3429000"/>
            <a:ext cx="7772400" cy="505397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7E486C4-D64E-1028-F9FF-CF4373D52B5B}"/>
              </a:ext>
            </a:extLst>
          </p:cNvPr>
          <p:cNvSpPr/>
          <p:nvPr/>
        </p:nvSpPr>
        <p:spPr>
          <a:xfrm>
            <a:off x="3289782" y="4227250"/>
            <a:ext cx="3027198" cy="7607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38A1E-1E1C-F2C0-A6EC-17CA33B62A8B}"/>
              </a:ext>
            </a:extLst>
          </p:cNvPr>
          <p:cNvSpPr/>
          <p:nvPr/>
        </p:nvSpPr>
        <p:spPr>
          <a:xfrm>
            <a:off x="3289782" y="5004142"/>
            <a:ext cx="3027198" cy="6950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04475D-194A-343E-DA87-9AA2C71EB78D}"/>
              </a:ext>
            </a:extLst>
          </p:cNvPr>
          <p:cNvSpPr/>
          <p:nvPr/>
        </p:nvSpPr>
        <p:spPr>
          <a:xfrm>
            <a:off x="3289782" y="5748188"/>
            <a:ext cx="3027198" cy="43870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247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6975BE-1D6D-99E0-098D-5322AF1A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646" y="444738"/>
            <a:ext cx="2907966" cy="1635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1DAD99-B024-6A3F-D52B-212258D68716}"/>
              </a:ext>
            </a:extLst>
          </p:cNvPr>
          <p:cNvSpPr/>
          <p:nvPr/>
        </p:nvSpPr>
        <p:spPr>
          <a:xfrm>
            <a:off x="2071239" y="753239"/>
            <a:ext cx="9861681" cy="23557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Need to be linked to the HTML page via &lt;script </a:t>
            </a:r>
            <a:r>
              <a:rPr lang="en-GB" dirty="0" err="1">
                <a:solidFill>
                  <a:srgbClr val="000000"/>
                </a:solidFill>
              </a:rPr>
              <a:t>src</a:t>
            </a:r>
            <a:r>
              <a:rPr lang="en-GB" dirty="0">
                <a:solidFill>
                  <a:srgbClr val="000000"/>
                </a:solidFill>
              </a:rPr>
              <a:t>=“</a:t>
            </a:r>
            <a:r>
              <a:rPr lang="en-GB" dirty="0" err="1">
                <a:solidFill>
                  <a:srgbClr val="000000"/>
                </a:solidFill>
              </a:rPr>
              <a:t>my_script.js</a:t>
            </a:r>
            <a:r>
              <a:rPr lang="en-GB" dirty="0">
                <a:solidFill>
                  <a:srgbClr val="000000"/>
                </a:solidFill>
              </a:rPr>
              <a:t>”/&gt; in the body.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We can </a:t>
            </a:r>
            <a:r>
              <a:rPr lang="en-GB" dirty="0">
                <a:solidFill>
                  <a:srgbClr val="000000"/>
                </a:solidFill>
              </a:rPr>
              <a:t>write messages in the console (developer tool) using </a:t>
            </a:r>
            <a:r>
              <a:rPr lang="en-GB" b="1" dirty="0" err="1">
                <a:solidFill>
                  <a:srgbClr val="000000"/>
                </a:solidFill>
              </a:rPr>
              <a:t>console.log</a:t>
            </a:r>
            <a:r>
              <a:rPr lang="en-GB" b="1" dirty="0">
                <a:solidFill>
                  <a:srgbClr val="000000"/>
                </a:solidFill>
              </a:rPr>
              <a:t>(‘Hello there’);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Variables need to be declared. Use </a:t>
            </a:r>
            <a:r>
              <a:rPr lang="en-GB" b="1" dirty="0" err="1">
                <a:solidFill>
                  <a:srgbClr val="000000"/>
                </a:solidFill>
              </a:rPr>
              <a:t>const</a:t>
            </a:r>
            <a:r>
              <a:rPr lang="en-GB" b="1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00"/>
                </a:solidFill>
              </a:rPr>
              <a:t>for fixed values. Use </a:t>
            </a:r>
            <a:r>
              <a:rPr lang="en-GB" b="1" dirty="0">
                <a:solidFill>
                  <a:srgbClr val="000000"/>
                </a:solidFill>
              </a:rPr>
              <a:t>let </a:t>
            </a:r>
            <a:r>
              <a:rPr lang="en-GB" dirty="0">
                <a:solidFill>
                  <a:srgbClr val="000000"/>
                </a:solidFill>
              </a:rPr>
              <a:t>for moving values. </a:t>
            </a:r>
            <a:r>
              <a:rPr lang="en-GB" b="1" dirty="0">
                <a:solidFill>
                  <a:srgbClr val="000000"/>
                </a:solidFill>
              </a:rPr>
              <a:t>Var </a:t>
            </a:r>
            <a:r>
              <a:rPr lang="en-GB" dirty="0">
                <a:solidFill>
                  <a:srgbClr val="000000"/>
                </a:solidFill>
              </a:rPr>
              <a:t>works too but avoid it for now.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Three ways of defining functions.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Use arrays to </a:t>
            </a:r>
            <a:r>
              <a:rPr lang="en-GB" b="1" dirty="0">
                <a:solidFill>
                  <a:srgbClr val="000000"/>
                </a:solidFill>
              </a:rPr>
              <a:t>group</a:t>
            </a:r>
            <a:r>
              <a:rPr lang="en-GB" dirty="0">
                <a:solidFill>
                  <a:srgbClr val="000000"/>
                </a:solidFill>
              </a:rPr>
              <a:t> values togethers.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Use Objects to </a:t>
            </a:r>
            <a:r>
              <a:rPr lang="en-GB" b="1" dirty="0">
                <a:solidFill>
                  <a:srgbClr val="000000"/>
                </a:solidFill>
              </a:rPr>
              <a:t>structure </a:t>
            </a:r>
            <a:r>
              <a:rPr lang="en-GB" dirty="0">
                <a:solidFill>
                  <a:srgbClr val="000000"/>
                </a:solidFill>
              </a:rPr>
              <a:t>datasets.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Arrays and Objects have their specific methods.</a:t>
            </a:r>
            <a:endParaRPr lang="en-GB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D7C3F-1938-1C60-DFE3-5A64C805DB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79" t="39724" r="60410" b="49658"/>
          <a:stretch>
            <a:fillRect/>
          </a:stretch>
        </p:blipFill>
        <p:spPr>
          <a:xfrm>
            <a:off x="8050456" y="5245617"/>
            <a:ext cx="3349064" cy="859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9418E3-CEF1-6A56-C54B-0DD2A9A5C9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79" t="28772" r="56929" b="59645"/>
          <a:stretch>
            <a:fillRect/>
          </a:stretch>
        </p:blipFill>
        <p:spPr>
          <a:xfrm>
            <a:off x="4046586" y="5302570"/>
            <a:ext cx="3349065" cy="829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30BD69-B967-1B7C-D30D-756D6627A2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78" t="19679" r="62485" b="69957"/>
          <a:stretch>
            <a:fillRect/>
          </a:stretch>
        </p:blipFill>
        <p:spPr>
          <a:xfrm>
            <a:off x="483816" y="5286392"/>
            <a:ext cx="2907966" cy="789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0D3098-EDE0-1C35-35D7-869F45DDF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39" y="3108960"/>
            <a:ext cx="6797041" cy="4393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9E2DC4-171E-5A61-F6E0-2C056A4D5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839" y="3703478"/>
            <a:ext cx="3230804" cy="11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06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F5090638-6744-273F-0C4E-00138821BCA2}"/>
              </a:ext>
            </a:extLst>
          </p:cNvPr>
          <p:cNvSpPr txBox="1">
            <a:spLocks/>
          </p:cNvSpPr>
          <p:nvPr/>
        </p:nvSpPr>
        <p:spPr>
          <a:xfrm>
            <a:off x="-12700" y="-12676"/>
            <a:ext cx="12217400" cy="40411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vert="horz" lIns="91440" tIns="45720" rIns="91440" bIns="45720" numCol="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b="1" noProof="0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Practice your memory 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F8F6D3-418B-3997-9FAF-EBE7DCAC020C}"/>
              </a:ext>
            </a:extLst>
          </p:cNvPr>
          <p:cNvSpPr/>
          <p:nvPr/>
        </p:nvSpPr>
        <p:spPr>
          <a:xfrm>
            <a:off x="82244" y="621260"/>
            <a:ext cx="12217400" cy="54117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Instructions: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Open the folder </a:t>
            </a:r>
            <a:r>
              <a:rPr lang="en-GB" i="1" dirty="0" err="1">
                <a:solidFill>
                  <a:srgbClr val="000000"/>
                </a:solidFill>
              </a:rPr>
              <a:t>javascript_basics</a:t>
            </a:r>
            <a:r>
              <a:rPr lang="en-GB" i="1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00"/>
                </a:solidFill>
              </a:rPr>
              <a:t>in VS Code.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Click on </a:t>
            </a:r>
            <a:r>
              <a:rPr lang="en-GB" i="1" dirty="0" err="1">
                <a:solidFill>
                  <a:srgbClr val="000000"/>
                </a:solidFill>
              </a:rPr>
              <a:t>index.html</a:t>
            </a:r>
            <a:r>
              <a:rPr lang="en-GB" i="1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00"/>
                </a:solidFill>
              </a:rPr>
              <a:t>and use the </a:t>
            </a:r>
            <a:r>
              <a:rPr lang="en-GB" i="1" dirty="0">
                <a:solidFill>
                  <a:srgbClr val="000000"/>
                </a:solidFill>
              </a:rPr>
              <a:t>live server </a:t>
            </a:r>
            <a:r>
              <a:rPr lang="en-GB" dirty="0">
                <a:solidFill>
                  <a:srgbClr val="000000"/>
                </a:solidFill>
              </a:rPr>
              <a:t>icon to display the page in chrome.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Create a new folder called </a:t>
            </a:r>
            <a:r>
              <a:rPr lang="en-GB" i="1" dirty="0" err="1">
                <a:solidFill>
                  <a:srgbClr val="000000"/>
                </a:solidFill>
              </a:rPr>
              <a:t>revision_practice</a:t>
            </a:r>
            <a:r>
              <a:rPr lang="en-GB" dirty="0">
                <a:solidFill>
                  <a:srgbClr val="000000"/>
                </a:solidFill>
              </a:rPr>
              <a:t>, create : </a:t>
            </a:r>
            <a:r>
              <a:rPr lang="en-GB" i="1" dirty="0" err="1">
                <a:solidFill>
                  <a:srgbClr val="000000"/>
                </a:solidFill>
              </a:rPr>
              <a:t>index.html</a:t>
            </a:r>
            <a:r>
              <a:rPr lang="en-GB" dirty="0">
                <a:solidFill>
                  <a:srgbClr val="000000"/>
                </a:solidFill>
              </a:rPr>
              <a:t>, </a:t>
            </a:r>
            <a:r>
              <a:rPr lang="en-GB" i="1" dirty="0" err="1">
                <a:solidFill>
                  <a:srgbClr val="000000"/>
                </a:solidFill>
              </a:rPr>
              <a:t>style.css</a:t>
            </a:r>
            <a:r>
              <a:rPr lang="en-GB" dirty="0">
                <a:solidFill>
                  <a:srgbClr val="000000"/>
                </a:solidFill>
              </a:rPr>
              <a:t>, </a:t>
            </a:r>
            <a:r>
              <a:rPr lang="en-GB" i="1" dirty="0" err="1">
                <a:solidFill>
                  <a:srgbClr val="000000"/>
                </a:solidFill>
              </a:rPr>
              <a:t>script.js</a:t>
            </a:r>
            <a:endParaRPr lang="en-GB" i="1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Autofill </a:t>
            </a:r>
            <a:r>
              <a:rPr lang="en-GB" dirty="0" err="1">
                <a:solidFill>
                  <a:srgbClr val="000000"/>
                </a:solidFill>
              </a:rPr>
              <a:t>index.html</a:t>
            </a:r>
            <a:r>
              <a:rPr lang="en-GB" dirty="0">
                <a:solidFill>
                  <a:srgbClr val="000000"/>
                </a:solidFill>
              </a:rPr>
              <a:t> with 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! + return </a:t>
            </a:r>
            <a:r>
              <a:rPr lang="en-GB" dirty="0">
                <a:solidFill>
                  <a:srgbClr val="000000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</a:rPr>
              <a:t>Write a header that says “This is a revision”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</a:rPr>
              <a:t>Write a paragraph that says “What do you remember?”</a:t>
            </a:r>
          </a:p>
          <a:p>
            <a:pPr marL="342900" indent="-342900">
              <a:buFont typeface="+mj-lt"/>
              <a:buAutoNum type="arabicPeriod"/>
            </a:pPr>
            <a:r>
              <a:rPr lang="en-GB" b="0" u="none" strike="noStrike" dirty="0">
                <a:solidFill>
                  <a:srgbClr val="000000"/>
                </a:solidFill>
                <a:effectLst/>
              </a:rPr>
              <a:t>Link </a:t>
            </a:r>
            <a:r>
              <a:rPr lang="en-GB" b="0" u="none" strike="noStrike" dirty="0" err="1">
                <a:solidFill>
                  <a:srgbClr val="000000"/>
                </a:solidFill>
                <a:effectLst/>
              </a:rPr>
              <a:t>style.css</a:t>
            </a:r>
            <a:r>
              <a:rPr lang="en-GB" b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en-GB" b="0" u="none" strike="noStrike" dirty="0" err="1">
                <a:solidFill>
                  <a:srgbClr val="000000"/>
                </a:solidFill>
                <a:effectLst/>
              </a:rPr>
              <a:t>script.js</a:t>
            </a:r>
            <a:r>
              <a:rPr lang="en-GB" b="0" u="none" strike="noStrike" dirty="0">
                <a:solidFill>
                  <a:srgbClr val="000000"/>
                </a:solidFill>
                <a:effectLst/>
              </a:rPr>
              <a:t> to </a:t>
            </a:r>
            <a:r>
              <a:rPr lang="en-GB" b="0" u="none" strike="noStrike" dirty="0" err="1">
                <a:solidFill>
                  <a:srgbClr val="000000"/>
                </a:solidFill>
                <a:effectLst/>
              </a:rPr>
              <a:t>index.html</a:t>
            </a:r>
            <a:endParaRPr lang="en-GB" b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</a:rPr>
              <a:t>Check link with </a:t>
            </a:r>
            <a:r>
              <a:rPr lang="en-GB" dirty="0" err="1">
                <a:solidFill>
                  <a:srgbClr val="000000"/>
                </a:solidFill>
              </a:rPr>
              <a:t>style.css</a:t>
            </a:r>
            <a:r>
              <a:rPr lang="en-GB" dirty="0">
                <a:solidFill>
                  <a:srgbClr val="000000"/>
                </a:solidFill>
              </a:rPr>
              <a:t> : change the background colour to light grey,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b="0" u="none" strike="noStrike" dirty="0">
                <a:solidFill>
                  <a:srgbClr val="000000"/>
                </a:solidFill>
                <a:effectLst/>
              </a:rPr>
              <a:t>Display in the console : “Hello from the revision code”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In Chrome, open the </a:t>
            </a:r>
            <a:r>
              <a:rPr lang="en-GB" i="1" dirty="0">
                <a:solidFill>
                  <a:srgbClr val="000000"/>
                </a:solidFill>
              </a:rPr>
              <a:t>developer tool</a:t>
            </a:r>
            <a:r>
              <a:rPr lang="en-GB" dirty="0">
                <a:solidFill>
                  <a:srgbClr val="000000"/>
                </a:solidFill>
              </a:rPr>
              <a:t> and check the link with </a:t>
            </a:r>
            <a:r>
              <a:rPr lang="en-GB" dirty="0" err="1">
                <a:solidFill>
                  <a:srgbClr val="000000"/>
                </a:solidFill>
              </a:rPr>
              <a:t>script.js</a:t>
            </a:r>
            <a:endParaRPr lang="en-GB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Create an array with 3 string elements + a variable </a:t>
            </a:r>
            <a:r>
              <a:rPr lang="en-GB" i="1" dirty="0">
                <a:solidFill>
                  <a:srgbClr val="000000"/>
                </a:solidFill>
              </a:rPr>
              <a:t>counter + </a:t>
            </a:r>
            <a:r>
              <a:rPr lang="en-GB" dirty="0">
                <a:solidFill>
                  <a:srgbClr val="000000"/>
                </a:solidFill>
              </a:rPr>
              <a:t>display in the console the size of the array</a:t>
            </a:r>
            <a:endParaRPr lang="en-GB" i="1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Create a function that logs to the console the selected index element from the array and that increments the counter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Use this function 3 times to span the array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Add a new element to the array and call the function from the console to display it.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Create an object </a:t>
            </a:r>
            <a:r>
              <a:rPr lang="en-GB" i="1" dirty="0" err="1">
                <a:solidFill>
                  <a:srgbClr val="000000"/>
                </a:solidFill>
              </a:rPr>
              <a:t>participant_data</a:t>
            </a:r>
            <a:r>
              <a:rPr lang="en-GB" dirty="0">
                <a:solidFill>
                  <a:srgbClr val="000000"/>
                </a:solidFill>
              </a:rPr>
              <a:t>, add and specify a value for the properties: </a:t>
            </a:r>
            <a:r>
              <a:rPr lang="en-GB" i="1" dirty="0">
                <a:solidFill>
                  <a:srgbClr val="000000"/>
                </a:solidFill>
              </a:rPr>
              <a:t>Age, Date, </a:t>
            </a:r>
            <a:r>
              <a:rPr lang="en-GB" dirty="0">
                <a:solidFill>
                  <a:srgbClr val="000000"/>
                </a:solidFill>
              </a:rPr>
              <a:t>left-</a:t>
            </a:r>
            <a:r>
              <a:rPr lang="en-GB" dirty="0" err="1">
                <a:solidFill>
                  <a:srgbClr val="000000"/>
                </a:solidFill>
              </a:rPr>
              <a:t>right_handed</a:t>
            </a:r>
            <a:r>
              <a:rPr lang="en-GB" dirty="0">
                <a:solidFill>
                  <a:srgbClr val="000000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Log </a:t>
            </a:r>
            <a:r>
              <a:rPr lang="en-GB" i="1" dirty="0" err="1">
                <a:solidFill>
                  <a:srgbClr val="000000"/>
                </a:solidFill>
              </a:rPr>
              <a:t>participant_data</a:t>
            </a:r>
            <a:r>
              <a:rPr lang="en-GB" dirty="0">
                <a:solidFill>
                  <a:srgbClr val="000000"/>
                </a:solidFill>
              </a:rPr>
              <a:t> to the console. Log independently : values and keys.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C79CE4-2805-6027-9413-454B44218ED9}"/>
              </a:ext>
            </a:extLst>
          </p:cNvPr>
          <p:cNvSpPr/>
          <p:nvPr/>
        </p:nvSpPr>
        <p:spPr>
          <a:xfrm>
            <a:off x="-25400" y="2835797"/>
            <a:ext cx="12217400" cy="300942"/>
          </a:xfrm>
          <a:prstGeom prst="rect">
            <a:avLst/>
          </a:prstGeom>
          <a:solidFill>
            <a:schemeClr val="tx1">
              <a:alpha val="25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625E97-ECD1-1675-9D37-DA12448F5CB1}"/>
              </a:ext>
            </a:extLst>
          </p:cNvPr>
          <p:cNvSpPr/>
          <p:nvPr/>
        </p:nvSpPr>
        <p:spPr>
          <a:xfrm>
            <a:off x="-12700" y="3937321"/>
            <a:ext cx="12217400" cy="300942"/>
          </a:xfrm>
          <a:prstGeom prst="rect">
            <a:avLst/>
          </a:prstGeom>
          <a:solidFill>
            <a:schemeClr val="accent2">
              <a:alpha val="25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12D083-CDD1-E14D-271E-3C39343AB935}"/>
              </a:ext>
            </a:extLst>
          </p:cNvPr>
          <p:cNvSpPr/>
          <p:nvPr/>
        </p:nvSpPr>
        <p:spPr>
          <a:xfrm>
            <a:off x="-25400" y="5038845"/>
            <a:ext cx="12217400" cy="300942"/>
          </a:xfrm>
          <a:prstGeom prst="rect">
            <a:avLst/>
          </a:prstGeom>
          <a:solidFill>
            <a:schemeClr val="accent6">
              <a:lumMod val="60000"/>
              <a:lumOff val="40000"/>
              <a:alpha val="25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67960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463</Words>
  <Application>Microsoft Macintosh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-webkit-standard</vt:lpstr>
      <vt:lpstr>Aptos</vt:lpstr>
      <vt:lpstr>Aptos Display</vt:lpstr>
      <vt:lpstr>Arial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Elyes Tabbane</dc:creator>
  <cp:lastModifiedBy>Elyes Tabbane</cp:lastModifiedBy>
  <cp:revision>55</cp:revision>
  <dcterms:created xsi:type="dcterms:W3CDTF">2025-05-21T15:16:14Z</dcterms:created>
  <dcterms:modified xsi:type="dcterms:W3CDTF">2025-05-22T16:21:47Z</dcterms:modified>
</cp:coreProperties>
</file>